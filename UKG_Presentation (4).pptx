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Index (1.0 = Current)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AA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C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Release Cadence: Current</c:v>
                  </c:pt>
                  <c:pt idx="1">
                    <c:v>Release Cadence: Target</c:v>
                  </c:pt>
                  <c:pt idx="2">
                    <c:v>Defect Leakage: Current</c:v>
                  </c:pt>
                  <c:pt idx="3">
                    <c:v>Defect Leakage: Target</c:v>
                  </c:pt>
                  <c:pt idx="4">
                    <c:v>MTTR: Current</c:v>
                  </c:pt>
                  <c:pt idx="5">
                    <c:v>MTTR: Target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Cycle Time Saved</c:v>
                </c:pt>
              </c:strCache>
            </c:strRef>
          </c:tx>
          <c:spPr>
            <a:solidFill>
              <a:srgbClr val="4F8EF7"/>
            </a:solidFill>
            <a:ln w="25400" cap="flat">
              <a:solidFill>
                <a:srgbClr val="4F8E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EF7"/>
              </a:solidFill>
              <a:ln w="9525" cap="flat">
                <a:solidFill>
                  <a:srgbClr val="4F8E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30 Days</c:v>
                  </c:pt>
                  <c:pt idx="1">
                    <c:v>60 Days</c:v>
                  </c:pt>
                  <c:pt idx="2">
                    <c:v>90 Days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50</c:v>
                </c:pt>
                <c:pt idx="2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the time today. We'll show how we accelerate AI/ML with MLOps while boosting reliability through QA automation and SRE—grounded in our UKG results: 78% faster regressions and zero production defects across three releases. We'll keep this focused and align next steps to your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start with UKG’s context and goals, then outline how we accelerate AI/ML with MLOps, QA automation, and DevOps/SRE. I’ll share the UKG case study to ground the approach, then cover commercials, timing, and next steps. Please jump in with questions as we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where we anchor the ‘why now’ for UKG. We’ll lead with AI/ML acceleration and MLOps, reinforced by SRE/CI/CD and robust QA automation—validated by our UKG case study: 78% faster regression cycles and zero production defects across three releases. With an 85% alignment score, this direction fits UKG’s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hearing three consistent friction points: AI/ML velocity, release reliability, and product quality/performance. The bar is clear—drive faster cycles without sacrificing stability, with a zero-defect production goal. We’ll anchor our proposal on accelerating MLOps and hardening CI/CD/SRE, drawing on our proven UKG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keep this directional, we’ve indexed metrics so 1.0 equals today and higher bars reflect target gains—no hard numbers committed. We’ll close release gaps with CI/CD and QA automation, drive defect leakage down with robust test suites, and cut MTTR via SRE-grade observability. Note we achieved 78% faster regressions and three consecutive releases with zero production defects at UKG—this is the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lead with AI/ML acceleration backed by mature MLOps, then show how SRE and CI/CD improve reliability and speed. We’ll also highlight our automated QA and performance testing, anchored by UKG’s 78% faster regressions and zero production defects across three releases. This sets up the concrete plan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unifying AI/ML acceleration with SRE-driven CI/CD and rigorous QA to move faster without risking quality. The UKG case proves the approach—78% faster regressions and zero production defects across three releases. Let’s show how these pillars connect to deliver intelligent automation and dependable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full stack we’ll bring to UKG, led by AI/ML and MLOps for intelligent automation and workforce analytics. We reinforce it with SRE, CI/CD, and proven QA—delivering 78% faster regression cycles and zero production defects across three releases. This mix increases release velocity and platform reliability while controlling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lead with AI/ML and MLOps to speed model delivery while integrating seamlessly with your DevOps and SRE practices. This is the stack behind our UKG results—78% faster regression cycles and zero production defects across three releases. We’ll tailor the mix to HR data, compliance, and enterprise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left is today’s reality—manual handoffs, lengthy cycles, and leakage. On the right, we automate pipelines, enforce SLOs, and embed QA in CI/CD to accelerate AI/ML delivery. This matches our UKG results: 78% faster regressions and zero production defects across three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anchor our credibility with results: at UKG, we delivered 78% faster regression cycles and zero production defects across three consecutive releases. We’ll bring the same AI/ML acceleration, MLOps rigor, and QA/SRE discipline to boost reliability and release speed. Expect faster iterations, lower defect rates, and measurable performance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led with AI/ML acceleration and MLOps, backed by QA automation and SRE. At UKG this delivered 78% faster regression cycles and zero production defects across three releases. We’ll reference a brief client quote to underscore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anchor projections with our UKG results—78% faster regression cycles and zero production defects across three consecutive releases. The chart shows expected cycle-time savings ramping at 30, 60, and 90 days as MLOps, CI/CD, and test automation mature. We’ll pair this with callouts on defect reduction and infrastructure efficiency delivered by SRE and pipeline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aligns with your appetite for speed and risk while maintaining strong governance and clear SLAs. We can start with fixed outcomes to jumpstart AI/ML and MLOps, embed agile pods to scale velocity, or operate a managed service for QA, SRE, and MLOps. At UKG, these approaches delivered 78% faster regression cycles and 0 production defects across three consecutive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tailor the model to your scope maturity and urgency. For rapid AI/ML acceleration and MLOps, a monthly pod can start fast and transition to managed service; for contained initiatives, fixed-scope is clean and predictable. Our UKG case study shows 78% faster regression cycles and zero production defects—outcomes we’ll target without locking numbers prematurely.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team driving your AI acceleration, reliability, and release velocity. You’ve seen our UKG results—78% faster regressions and zero production defects across three releases—this squad institutionalizes that. We’ll scale specialists as needed without losing ownership, cadence, or outcome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ready to move fast with UKG—our 85% alignment and proven 78% faster regressions show the fit. Let’s lock a 90-minute scoping session next week with engineering, product, SRE, and QA to finalize scope, metrics, and a kickoff date. I’ll send two time options; please confirm attendees and any prerequisites like data and environment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462272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Quarks Technosoft Pvt. Ltd.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462272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Quarks Technosoft Pvt. Ltd.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4F8EF7">
              <a:alpha val="18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Accelerating AI and Reliability for UKG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AI/ML with MLOps, backed by QA automation and SRE.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7315200" cy="777240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regression cycles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defects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releases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UKG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Agenda: Context to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on flow, timing, and discussion points for UKG.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721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3566160" cy="51206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4173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UKG context, goals, and alignment on outcomes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331720"/>
            <a:ext cx="3566160" cy="51206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3317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overview: AI/ML acceleration, MLOps, QA automation, DevOps/SRE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4721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1417320"/>
            <a:ext cx="3566160" cy="51206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4173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UKG case study results and success metrics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3865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57800" y="2331720"/>
            <a:ext cx="3566160" cy="51206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3317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Commercials, timeline, next steps, and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9144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011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and Goals: Why Change Now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AI/ML acceleration and MLOps, reinforced by DevOps/SRE and QA.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UKG’s Bottlenecks Slowing Innovation and Reliability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3017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slow to move from prototype to production.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gaps hinder scalable, reliable intelligent automation and analytics.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velocity and reliability lag; SRE and CI/CD under-optimized.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defect risk and performance variability; zero prod defects target.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384048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production defects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Velocity, Quality, and Reliability Uplift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regression cycles at UKG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6304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9144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011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AI-Driven Reliability and Speed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outcomes for UKG with AI, DevOps, and QA.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AI/ML, MLOps, SRE, QA for UKG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3017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and MLOps: accelerate model lifecycle, data pipelines, monitoring.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and CI/CD: increase reliability, automate releases, observability by design.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 and performance: Selenium/TestNG frameworks, shift-left, Jenkins integration.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UKG results: 78% faster regressions, zero defects across three releases.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384048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regression cycles at UKG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DevOps, and Quality for UKG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AI/ML and MLOps while boosting reliability and release speed.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3990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forecasting, scheduling, and payroll anomaly detection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55264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55264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3990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28416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28416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HR assistants, retrieval, and document automation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53328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53328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32904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39903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26480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pipelines, feature stores, governance, and monitoring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2848356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2848356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636776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298551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" y="32598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30352" y="3506724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flow, gated releases, policy-as-code, metrics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55264" y="2848356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55264" y="2848356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434840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98551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28416" y="32598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28416" y="3506724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budgets, SLOs, resilience engineering, incident automation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Enterprise-Ready AI/ML, DevOps, and QA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tooling to accelerate ML, boost release velocity, and reliability for UKG.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3990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Frameworks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PyTorch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55264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55264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3990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28416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Platforms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28416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Kubeflow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53328" y="1261872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53328" y="1261872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32904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39903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16733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26480" y="1920240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2848356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2848356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636776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298551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" y="32598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30352" y="3506724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55264" y="2848356"/>
            <a:ext cx="2633472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55264" y="2848356"/>
            <a:ext cx="2633472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434840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98551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28416" y="32598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28416" y="3506724"/>
            <a:ext cx="248716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TestNG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After: Reliability, Speed, AI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7490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749040" cy="2560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 handoffs stall AI model ops and releases.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Long cycles cause defect leakage and slow feedback.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749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749040" cy="2560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Automated pipelines speed releases and MLOps experimentation.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SLO-driven reliability cuts incidents; QA automation prevents defects.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9144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011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&amp; Outcomes You Can Trust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credible: AI/ML acceleration, MLOps, QA automation, SRE-driven reliability.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UKG: 78% Faster Regression, Zero Defects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"AI/ML acceleration and MLOps drove QA automation and SRE gains."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023360" cy="804672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97480"/>
            <a:ext cx="54864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89864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0704" y="26974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faster regression cycles with Selenium, TestNG, Jenkins.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023360" cy="804672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97480"/>
            <a:ext cx="54864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8986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66944" y="26974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production defects across 3 consecutive releases.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593592"/>
            <a:ext cx="4023360" cy="804672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593592"/>
            <a:ext cx="54864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947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0704" y="35935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pipelines operationalized with robust MLOps governance.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63440" y="3593592"/>
            <a:ext cx="4023360" cy="804672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593592"/>
            <a:ext cx="54864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7947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35935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and SRE boosted release reliability and velocity.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ROI and 30-60-90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regression cycles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6304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Engagements Aligned to Speed and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model to balance speed, risk, and accountability for UKG.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Fixed-Scope Outcomes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920240"/>
            <a:ext cx="238658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deliverables, timelines, and acceptance criteria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AI/ML POCs,…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371600"/>
            <a:ext cx="2606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Pods (Staff Aug)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828800"/>
            <a:ext cx="260604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74136" y="1920240"/>
            <a:ext cx="238658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cross-functional squads augment UKG product teams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60604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1828800"/>
            <a:ext cx="260604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920240"/>
            <a:ext cx="238658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Outcome-owned QA, SRE, and MLOps operations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monitoring, automation, performance…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Engagement Pricing for UKG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commercial paths to align investment with outcomes—no premature price lock.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A: Fixed-Scope Milestones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deliverables, acceptance 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invoicing, predictable spend…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B: Monthly Pod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Cross-functional pod at monthly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Velocity-driven planning…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C: Managed Service Rate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SLAs, pay-as-you-use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Around-the-clock support…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2761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Squad To Accelerate AI &amp; Reliability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aligned to speed AI/ML, QA automation, and DevOps/SRE for UKG.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32504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4032504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6292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724" y="13990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Lead + MLOps 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1920240"/>
            <a:ext cx="38862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models, pipelines, and governance.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54296" y="1261872"/>
            <a:ext cx="4032504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4296" y="1261872"/>
            <a:ext cx="4032504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3388" y="1371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13990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7448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 + DevOps Engineer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27448" y="1920240"/>
            <a:ext cx="38862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reliability, CI/CD, observability, and rollbacks.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2848356"/>
            <a:ext cx="4032504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848356"/>
            <a:ext cx="4032504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36292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24" y="2985516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0352" y="32598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30352" y="3506724"/>
            <a:ext cx="38862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performance, and zero-defect gates integrated with pipelines.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654296" y="2848356"/>
            <a:ext cx="4032504" cy="144932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54296" y="2848356"/>
            <a:ext cx="4032504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33388" y="29580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98551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27448" y="32598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727448" y="3506724"/>
            <a:ext cx="38862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alignment, stakeholder cadence, risk and delivery governance.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In Your AI Acceleration Kickoff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technical scoping workshop to align scope, timeline, and kickoff.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352044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Acceleration + DevOps/SRE &amp; QA Automation Proposal for UKG</dc:title>
  <dc:subject>PptxGenJS Presentation</dc:subject>
  <dc:creator>Sales Brain</dc:creator>
  <cp:lastModifiedBy>Sales Brain</cp:lastModifiedBy>
  <cp:revision>1</cp:revision>
  <dcterms:created xsi:type="dcterms:W3CDTF">2026-06-22T06:40:20Z</dcterms:created>
  <dcterms:modified xsi:type="dcterms:W3CDTF">2026-06-22T06:40:20Z</dcterms:modified>
</cp:coreProperties>
</file>